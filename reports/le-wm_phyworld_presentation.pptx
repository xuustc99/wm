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64A80"/>
                </a:solidFill>
              </a:rPr>
              <a:t>le-wm 能否学到牛顿第二定律?</a:t>
            </a:r>
          </a:p>
          <a:p>
            <a:r>
              <a:rPr sz="2200">
                <a:solidFill>
                  <a:srgbClr val="555555"/>
                </a:solidFill>
              </a:rPr>
              <a:t>在 phyworld 物理仿真上的 probing 实验报告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2026-05-10 · haochenluo02@gmail.com · 协助: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提纲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1. 研究问题：什么叫"学到牛二定律" F=ma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2. 实验设计：phyworld 数据 + le-wm 架构 + linear probe 协议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3. 初版结果：trained ≈ random ≈ pixel-stats（看似 negative）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4. 三个 confound 联合造成的假阴性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5. 修正后的结果：encoder 实际学到了所有物理量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6. 关于牛二定律的具体答复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7. 方法论教训 + 局限 + 后续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研究问题：什么叫"学到牛二定律"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64A80"/>
                </a:solidFill>
              </a:rPr>
              <a:t>牛顿第二定律 F = m · a 串起 3 个物理量 + 2 个状态变量：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m  质量</a:t>
            </a:r>
            <a:r>
              <a:rPr sz="1800" b="1">
                <a:solidFill>
                  <a:srgbClr val="C0392B"/>
                </a:solidFill>
              </a:rPr>
              <a:t>  每物体一个常数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a  加速度</a:t>
            </a:r>
            <a:r>
              <a:rPr sz="1800" b="1">
                <a:solidFill>
                  <a:srgbClr val="C0392B"/>
                </a:solidFill>
              </a:rPr>
              <a:t>  每物体每时刻 2D 向量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F  合外力</a:t>
            </a:r>
            <a:r>
              <a:rPr sz="1800" b="1">
                <a:solidFill>
                  <a:srgbClr val="C0392B"/>
                </a:solidFill>
              </a:rPr>
              <a:t>  每物体每时刻 2D 向量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pos  位置</a:t>
            </a:r>
            <a:r>
              <a:rPr sz="1800" b="1">
                <a:solidFill>
                  <a:srgbClr val="C0392B"/>
                </a:solidFill>
              </a:rPr>
              <a:t>  对 vel 积分得到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vel  速度</a:t>
            </a:r>
            <a:r>
              <a:rPr sz="1800" b="1">
                <a:solidFill>
                  <a:srgbClr val="C0392B"/>
                </a:solidFill>
              </a:rPr>
              <a:t>  对 a 积分得到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64A80"/>
                </a:solidFill>
              </a:rPr>
              <a:t>le-wm 是 JEPA 风格自监督模型，只用 pixel 训，没 label。怎么知道它"学到"了？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→ 用 linear probe：冻结 encoder，只训一个 Ridge 回归从 emb 预测物理量。
  R² 高 → encoder 把这个量"线性可读地"编进了 emb 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牛二定律 → probe target 映射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物理量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测量方式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在 le-wm 哪里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单帧 probe Ridge → (x, 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vel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多帧 K=4 probe Ridge → vx, vy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emb（跨帧）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collision 上 probe mass_ratio = m1/m2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 (碰撞冲量)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collision_event 二分类 LogReg → AUC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 + action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action 直接读 / 多帧二阶差分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action 输入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 = ma 动力学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pred_loss (emb 空间 MSE)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predictor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le-wm 架构（JEPA 风格 World Model）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ourier New"/>
              </a:rPr>
              <a:t>                                  ┌── action_encoder ──┐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图 (B,T,3,224,224)                          action (B,T, 2 or 4)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│                   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▼                                            ▼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ViT-tiny encoder                            act_emb (B,T,192)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(5.5 M params, patch=14) 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│                   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cls_token (B,T,192)      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│                   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projector (MLP)          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│                   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emb (B,T,192) ───────┬── tgt_emb[:,1:]──┐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                │                  └────────┤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                ▼                           ▼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         AR predictor (6-layer causal, AdaLN-zero)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                │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                ▼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           pred_emb (B,T,192)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Loss = ||pred_emb − tgt_emb||²  +  0.09 · SIGReg(emb)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     ↑                              ↑</a:t>
            </a:r>
          </a:p>
          <a:p>
            <a:r>
              <a:rPr sz="1100">
                <a:solidFill>
                  <a:srgbClr val="555555"/>
                </a:solidFill>
                <a:latin typeface="Courier New"/>
              </a:rPr>
              <a:t>         JEPA 预测 loss               推 emb 分布 → N(0, 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总参数 ~10 M，ViT-tiny 主导。SIGReg 是 le-wm 核心创新（单 loss 项防 collapse）。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phyworld 数据集（被动物理观测）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338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70262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uniform_motion (匀速直线)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collision (弹性碰撞)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球数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 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 球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物理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 力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弹性碰撞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trajectories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1 152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5 000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帧数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36 864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160 000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action 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velocity-action: a = 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force-action: a = 2 阶位置差分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action 维度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 (其中 2 维恒为 0)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4A80"/>
                </a:solidFill>
              </a:rPr>
              <a:t>关键设计选择：collision 用加速度作 action（不用速度）。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若 action=velocity，predictor 直接拿到 vel → encoder 不需要编码 vel → probe 给"误导性低 R²"，
分不清"模型笨学不会"和"模型有意不学"。uniform_motion 实验的关键 bug 就在于此（vx R²=0.166）。
force-action 模式下 vel 必须从 emb 来，probe 才能真正诊断 encoder 表征。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Probe 协议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数据切分</a:t>
            </a:r>
            <a:r>
              <a:rPr sz="1800" b="1">
                <a:solidFill>
                  <a:srgbClr val="C0392B"/>
                </a:solidFill>
              </a:rPr>
              <a:t>  按 trajectory 80/20 切分（不按帧！避免相邻帧泄漏）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线性模型</a:t>
            </a:r>
            <a:r>
              <a:rPr sz="1800" b="1">
                <a:solidFill>
                  <a:srgbClr val="C0392B"/>
                </a:solidFill>
              </a:rPr>
              <a:t>  Ridge α=1.0（回归） / LogReg class_weight=balanced（分类）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评估指标</a:t>
            </a:r>
            <a:r>
              <a:rPr sz="1800" b="1">
                <a:solidFill>
                  <a:srgbClr val="C0392B"/>
                </a:solidFill>
              </a:rPr>
              <a:t>  R² (上限 1.0) / AUC (上限 1.0)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Probe 类型 K=1（单帧）</a:t>
            </a:r>
            <a:r>
              <a:rPr sz="1800" b="1">
                <a:solidFill>
                  <a:srgbClr val="C0392B"/>
                </a:solidFill>
              </a:rPr>
              <a:t>  emb[t] → Ridge → target，192-D 输入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Probe 类型 K=4（多帧）</a:t>
            </a:r>
            <a:r>
              <a:rPr sz="1800" b="1">
                <a:solidFill>
                  <a:srgbClr val="C0392B"/>
                </a:solidFill>
              </a:rPr>
              <a:t>  concat 4 帧 emb → Ridge，768-D 输入；能跨帧做线性差分恢复 velocity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Projector 开关</a:t>
            </a:r>
            <a:r>
              <a:rPr sz="1800" b="1">
                <a:solidFill>
                  <a:srgbClr val="C0392B"/>
                </a:solidFill>
              </a:rPr>
              <a:t>  默认 with-proj（喂 projector 输出）；--no-projector 直接读 cls token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3 个 baseline 对照</a:t>
            </a:r>
            <a:r>
              <a:rPr sz="1800" b="1">
                <a:solidFill>
                  <a:srgbClr val="C0392B"/>
                </a:solidFill>
              </a:rPr>
              <a:t>  trained / random ViT / pixel-stats (9-D)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实验矩阵：8 个 setup（数据 × init × probe）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可选项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数据集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uniform_motion / collision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两种物理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初始化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from-scratch / paper-init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paper-init 用 lewm-pusht ckpt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K=1 / K=4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单帧 vs 4 帧 concat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Projector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with-proj / no-proj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no-proj 推荐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总共 2 × 2 × 2 × 2 = 16 个 cell。我们跑了关键的 8 个 cell 完成核心对比。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初版结果：trained ≈ random ≈ pixel-stats（看似 negative）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4A80"/>
                </a:solidFill>
              </a:rPr>
              <a:t>uniform_motion: from-scratch + 单帧 + with-projector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Encoder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x_pos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vx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0.166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random ViT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0.582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0.227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pixel-stats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(合并)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0.256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0058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4A80"/>
                </a:solidFill>
              </a:rPr>
              <a:t>collision: from-scratch + 单帧 + with-projector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1732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Encoder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pos_x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vel_x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mass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0.741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random ViT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0.649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0.464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0.666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0.763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pixel-stats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看似结论：encoder 几乎没学到东西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uniform vx 上 trained (0.166) 比 random (0.227) 和 pixel-stats (0.256) 还差 — "训练让 encoder 主动忘了速度"?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collision 4 个 target 上 trained 仅微弱超过 baseline，collision_event 上 random ViT 反而更高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pixel-stats 9 维特征都能拿 R²(pos)=0.70 / R²(mass)=0.67 — 数据集有强 shortcut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Plot Twist：3 个 confound 联合造成的假阴性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4A80"/>
                </a:solidFill>
              </a:rPr>
              <a:t>原 negative result 不是模型问题，是协议 + 初始化的 3 个 confound 联合放大出来的。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Confound A:  projector 信息瓶颈</a:t>
            </a:r>
            <a:r>
              <a:rPr sz="2200" b="1">
                <a:solidFill>
                  <a:srgbClr val="C0392B"/>
                </a:solidFill>
              </a:rPr>
              <a:t>  JEPA loss 在 projector 输出空间算，projector 会压掉对预测无用的维度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Confound B:  单帧 probe 协议盲区</a:t>
            </a:r>
            <a:r>
              <a:rPr sz="2200" b="1">
                <a:solidFill>
                  <a:srgbClr val="C0392B"/>
                </a:solidFill>
              </a:rPr>
              <a:t>  速度本质是跨帧差分，单帧 emb 内部没法做"减法"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555555"/>
                </a:solidFill>
              </a:rPr>
              <a:t>• Confound C:  random init + 小数据学不动</a:t>
            </a:r>
            <a:r>
              <a:rPr sz="2200" b="1">
                <a:solidFill>
                  <a:srgbClr val="C0392B"/>
                </a:solidFill>
              </a:rPr>
              <a:t>  5.5M ViT-tiny + 36k~160k 帧 = 比标准 ViT 训练少 100-10000 倍数据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下面 3 张片分别看每个 confound 的实测影响。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Confound A：projector 压信息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JEPA loss = ||pred(z[t+1]) − z[t+1]||²，loss 在 projector 输出空间 z 上算。
projector 被训练优化预测下一帧 → 主动压掉对预测无用的维度（信息瓶颈）。
下游 probe 要的是"物理量信息"，不是"预测下一帧的足够性" → 必须绕过 projector。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4A80"/>
                </a:solidFill>
              </a:rPr>
              <a:t>实测（collision from-scratch）：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338328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with-projector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--no-projector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pos_x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+0.018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collision AUC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0.741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+0.067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collision_event 上 +0.067 AUC 最显著：碰撞瞬间对"预测下一帧"无用（短时间），projector 压掉；但对 probe 关键。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Confound B：单帧 probe 协议盲区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单帧 probe = 把 emb[t] 一个 192-D 向量给 Ridge，要求"vel 必须线性编码进单个向量"。
但 vel = (pos[t] − pos[t-1]) / Δt 本质是 跨帧差分 — 一张静态照片看不出球速度。
多帧 probe = concat 连续 K 帧的 emb，让 Ridge 跨时间步学线性差分组合。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4A80"/>
                </a:solidFill>
              </a:rPr>
              <a:t>实测：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3474720"/>
          <a:ext cx="9144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Setup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K=1 vel_x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K=4 vel_x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uniform paper-init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0.232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0.939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+0.707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collision paper-init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0.883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+0.263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collision from-scratch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+0.107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uniform 上 +0.71 跳跃 → vel 信息确实在 emb 里，单帧 protocol 读不出。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Confound C：random init + 小数据学不动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ViT-tiny: 5.5 M 参数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标准 ViT 训练：ImageNet-21k (14M 图) 或 JFT-300M (300M 图)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我们 collision: 160k 帧；uniform: 36k 帧 — 比标准训练少 100-10000 倍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lewm-pusht paper init: PushT 任务上预训的 encoder，给 phyworld 做 fine-tune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4A80"/>
                </a:solidFill>
              </a:rPr>
              <a:t>实测（collision，单帧 no-projector）：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411480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Init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pos_x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vel_x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mass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from-scratch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0.808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paper-init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0.863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0.826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+0.137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+0.133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+0.116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+0.144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修正后结果：4-way 对比（uniform_motion）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Setup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x_pos R²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y_pos R²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vx R²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from-scratch + K=1 + with-proj  (原 protocol)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−0.137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0.166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paper-init + K=1 + no-proj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0.942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0.232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paper-init + K=4 + no-proj  ★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0.939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vx R² 从 0.166 → 0.939 (+0.77)
encoder 几乎完美编码 1D 物理状态。
原版 "trained vx 反而比 random 还差" 是 3 confound 联合假阴性。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修正后结果：4-way 对比（collision）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Setup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pos_x R²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vel_x R²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mass R²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collision AUC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from-scratch + K=1 + with-proj  (原 protocol)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0.741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from-scratch + K=1 + no-proj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0.726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0.487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0.711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from-scratch + K=4 + no-proj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—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paper-init + K=1 + no-proj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0.863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0.826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paper-init + K=4 + no-proj  ★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0.883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12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★ encoder 的真实能力：pos 0.91 / vel 0.88 / mass 0.83 / AUC 0.95
从弱单帧 0.47 一路打到强多帧 0.88，confound 修复带来的跃迁明显。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关于牛二定律 F = ma 的具体答复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组件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在哪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怎么验证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64A8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K=1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R² = 0.86 ~ 0.94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vel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 (跨帧)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K=4 multi-frame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R² = 0.88 ~ 0.94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  (质量)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K=1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R² = 0.83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 (碰撞冲量)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emb + action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二分类 LogReg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AUC = 0.95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 (加速度)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action 输入 + emb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直接读 / 多帧二阶差分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完全可得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 = ma 动力学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predictor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pred_loss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0.017 (emb-space MSE)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7744"/>
                </a:solidFill>
              </a:rPr>
              <a:t>结论：le-wm 学到了 F=ma 所需的全部物理量 + 隐式动力学。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主问题答复</a:t>
            </a:r>
            <a:r>
              <a:rPr sz="1800" b="1">
                <a:solidFill>
                  <a:srgbClr val="C0392B"/>
                </a:solidFill>
              </a:rPr>
              <a:t>  le-wm 在 phyworld 上确实学到了牛二定律所需的物理量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</a:t>
            </a:r>
            <a:r>
              <a:rPr sz="1800" b="1">
                <a:solidFill>
                  <a:srgbClr val="C0392B"/>
                </a:solidFill>
              </a:rPr>
              <a:t>  pos / vel / mass / F / a 都可从 emb 线性读出，predictor 实现 F=ma 隐式正演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方法论教训</a:t>
            </a:r>
            <a:r>
              <a:rPr sz="1800" b="1">
                <a:solidFill>
                  <a:srgbClr val="C0392B"/>
                </a:solidFill>
              </a:rPr>
              <a:t>  default protocol = paper-init + multi-frame K=4 + --no-projector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</a:t>
            </a:r>
            <a:r>
              <a:rPr sz="1800" b="1">
                <a:solidFill>
                  <a:srgbClr val="C0392B"/>
                </a:solidFill>
              </a:rPr>
              <a:t>  3 个 confound 任一缺失都会产生假阴性 negative result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实验时间投入</a:t>
            </a:r>
            <a:r>
              <a:rPr sz="1800" b="1">
                <a:solidFill>
                  <a:srgbClr val="C0392B"/>
                </a:solidFill>
              </a:rPr>
              <a:t>  约 30 训练 + probe runtime，关键收获是协议本身的踩坑教训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</a:t>
            </a:r>
            <a:r>
              <a:rPr sz="1800" b="1">
                <a:solidFill>
                  <a:srgbClr val="C0392B"/>
                </a:solidFill>
              </a:rPr>
              <a:t>  原 uniform_motion 实验花一周得到"encoder 没学速度"实际是 protocol 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局限性 + 后续可做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4A80"/>
                </a:solidFill>
              </a:rPr>
              <a:t>局限性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phyworld 强像素 shortcut：颜色通道 std × pos_x 相关性 +0.70 / pixel-stats 9-D 拿 R²=0.70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没和 video gen 模型（CogVideoX 等）head-to-head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Linear probe 局限：只测线性可读性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没拆开 paper-init 的 "PushT 视觉知识" vs "phyworld 物理表征" 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4A80"/>
                </a:solidFill>
              </a:rPr>
              <a:t>后续可做（按优先级）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[高] random-init multi-frame 消歧实验（10 min 成本）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[中] ImageNet ViT-tiny init 对照（验证是否 paper-init 不必）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[中] 数据增强 / 背景随机化（破 shortcut 天花板）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[低] 自建 random-force 数据集 / phyworld parabola（已被 paper-init 实验间接证伪）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引用 / 资源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555555"/>
                </a:solidFill>
              </a:rPr>
              <a:t>• LeWorldModel</a:t>
            </a:r>
            <a:r>
              <a:rPr sz="2000" b="1">
                <a:solidFill>
                  <a:srgbClr val="C0392B"/>
                </a:solidFill>
              </a:rPr>
              <a:t>  Maes et al. 2026 preprint · github.com/lucas-maes/le-wm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555555"/>
                </a:solidFill>
              </a:rPr>
              <a:t>• PhyWorld</a:t>
            </a:r>
            <a:r>
              <a:rPr sz="2000" b="1">
                <a:solidFill>
                  <a:srgbClr val="C0392B"/>
                </a:solidFill>
              </a:rPr>
              <a:t>  Kang &amp; Yue et al. 2024 · arXiv:2411.02385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555555"/>
                </a:solidFill>
              </a:rPr>
              <a:t>• Paper ckpts</a:t>
            </a:r>
            <a:r>
              <a:rPr sz="2000" b="1">
                <a:solidFill>
                  <a:srgbClr val="C0392B"/>
                </a:solidFill>
              </a:rPr>
              <a:t>  huggingface.co/quentinll/lewm-pusht &amp; lewm-cube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555555"/>
                </a:solidFill>
              </a:rPr>
              <a:t>• 完整报告</a:t>
            </a:r>
            <a:r>
              <a:rPr sz="2000" b="1">
                <a:solidFill>
                  <a:srgbClr val="C0392B"/>
                </a:solidFill>
              </a:rPr>
              <a:t>  wm/reports/FINAL_REPORT.md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555555"/>
                </a:solidFill>
              </a:rPr>
              <a:t>• 子报告（细节）</a:t>
            </a:r>
            <a:r>
              <a:rPr sz="2000" b="1">
                <a:solidFill>
                  <a:srgbClr val="C0392B"/>
                </a:solidFill>
              </a:rPr>
              <a:t>  wm/reports/UNIFORM_MOTION_REPORT.md + COLLISION_REPORT.md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555555"/>
                </a:solidFill>
              </a:rPr>
              <a:t>• 代码</a:t>
            </a:r>
            <a:r>
              <a:rPr sz="2000" b="1">
                <a:solidFill>
                  <a:srgbClr val="C0392B"/>
                </a:solidFill>
              </a:rPr>
              <a:t>  wm/phyworld/scripts/{convert,probe}_*.py + wm/le-wm/train.py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4A80"/>
                </a:solidFill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6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64A80"/>
                </a:solidFill>
              </a:rPr>
              <a:t>感谢聆听
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</a:rPr>
              <a:t>完整报告：wm/reports/FINAL_REPORT.md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